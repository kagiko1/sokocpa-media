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The Appropriation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Partnership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why a partnership needs an appropriation account</a:t>
            </a:r>
          </a:p>
          <a:p>
            <a:pPr>
              <a:spcAft>
                <a:spcPts val="1000"/>
              </a:spcAft>
            </a:pPr>
            <a:r>
              <a:rPr b="0" sz="2000"/>
              <a:t>Distinguish appropriations of profit from business expenses</a:t>
            </a:r>
          </a:p>
          <a:p>
            <a:pPr>
              <a:spcAft>
                <a:spcPts val="1000"/>
              </a:spcAft>
            </a:pPr>
            <a:r>
              <a:rPr b="0" sz="2000"/>
              <a:t>Account for partners' salaries, interest on capital and interest on drawings</a:t>
            </a:r>
          </a:p>
          <a:p>
            <a:pPr>
              <a:spcAft>
                <a:spcPts val="1000"/>
              </a:spcAft>
            </a:pPr>
            <a:r>
              <a:rPr b="0" sz="2000"/>
              <a:t>Treat interest on a partner's loan as a business expense</a:t>
            </a:r>
          </a:p>
          <a:p>
            <a:pPr>
              <a:spcAft>
                <a:spcPts val="1000"/>
              </a:spcAft>
            </a:pPr>
            <a:r>
              <a:rPr b="0" sz="2000"/>
              <a:t>Share the residual profit (or loss) in the profit and loss sharing ratio</a:t>
            </a:r>
          </a:p>
          <a:p>
            <a:pPr>
              <a:spcAft>
                <a:spcPts val="1000"/>
              </a:spcAft>
            </a:pPr>
            <a:r>
              <a:rPr b="0" sz="2000"/>
              <a:t>Prepare a full appropriation account from a partnership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an appropriation account?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Sole trader: net profit goes straight to the capital account</a:t>
            </a:r>
          </a:p>
          <a:p>
            <a:pPr>
              <a:spcAft>
                <a:spcPts val="1000"/>
              </a:spcAft>
            </a:pPr>
            <a:r>
              <a:rPr b="0" sz="2000"/>
              <a:t>Partnership: net profit goes to the appropriation account, which shares it out</a:t>
            </a:r>
          </a:p>
          <a:p>
            <a:pPr>
              <a:spcAft>
                <a:spcPts val="1000"/>
              </a:spcAft>
            </a:pPr>
            <a:r>
              <a:rPr b="0" sz="2000"/>
              <a:t>Appropriations (salary, interest on capital/drawings) divide profit after it is earned</a:t>
            </a:r>
          </a:p>
          <a:p>
            <a:pPr>
              <a:spcAft>
                <a:spcPts val="1000"/>
              </a:spcAft>
            </a:pPr>
            <a:r>
              <a:rPr b="0" sz="2000"/>
              <a:t>Charges against profit — notably partner-loan interest — are expenses before profit</a:t>
            </a:r>
          </a:p>
          <a:p>
            <a:pPr>
              <a:spcAft>
                <a:spcPts val="1000"/>
              </a:spcAft>
            </a:pPr>
            <a:r>
              <a:rPr b="0" sz="2000"/>
              <a:t>Appropriations sit in the appropriation account; loan interest sits in the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Partners' salaries and interest on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Partner's salary = guaranteed share of profit: Dr Appropriation / Cr Current</a:t>
            </a:r>
          </a:p>
          <a:p>
            <a:pPr>
              <a:spcAft>
                <a:spcPts val="1000"/>
              </a:spcAft>
            </a:pPr>
            <a:r>
              <a:rPr b="0" sz="2000"/>
              <a:t>Employees' salaries are expenses; partners' salaries are appropriations</a:t>
            </a:r>
          </a:p>
          <a:p>
            <a:pPr>
              <a:spcAft>
                <a:spcPts val="1000"/>
              </a:spcAft>
            </a:pPr>
            <a:r>
              <a:rPr b="0" sz="2000"/>
              <a:t>Interest on capital: Dr Appropriation / Cr Partner's current account</a:t>
            </a:r>
          </a:p>
          <a:p>
            <a:pPr>
              <a:spcAft>
                <a:spcPts val="1000"/>
              </a:spcAft>
            </a:pPr>
            <a:r>
              <a:rPr b="0" sz="2000"/>
              <a:t>Paid on CAPITAL balances only — current account balances excluded</a:t>
            </a:r>
          </a:p>
          <a:p>
            <a:pPr>
              <a:spcAft>
                <a:spcPts val="1000"/>
              </a:spcAft>
            </a:pPr>
            <a:r>
              <a:rPr b="0" sz="2000"/>
              <a:t>Capital introduced mid-year → use average (pro-rata) balances</a:t>
            </a:r>
          </a:p>
          <a:p>
            <a:pPr>
              <a:spcAft>
                <a:spcPts val="1000"/>
              </a:spcAft>
            </a:pPr>
            <a:r>
              <a:rPr b="0" sz="2000"/>
              <a:t>If profit &lt; interest due → limited to profit; loss year → no interest allowed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Interest on drawings and partner 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Interest on drawings discourages excessive withdrawals: Dr Current / Cr Appropriation</a:t>
            </a:r>
          </a:p>
          <a:p>
            <a:pPr>
              <a:spcAft>
                <a:spcPts val="1000"/>
              </a:spcAft>
            </a:pPr>
            <a:r>
              <a:rPr b="0" sz="2000"/>
              <a:t>It is a CREDIT in the appropriation account — added back to profit for sharing</a:t>
            </a:r>
          </a:p>
          <a:p>
            <a:pPr>
              <a:spcAft>
                <a:spcPts val="1000"/>
              </a:spcAft>
            </a:pPr>
            <a:r>
              <a:rPr b="0" sz="2000"/>
              <a:t>Even drawings through the year → charge on the average: 10% × drawings × 1/2</a:t>
            </a:r>
          </a:p>
          <a:p>
            <a:pPr>
              <a:spcAft>
                <a:spcPts val="1000"/>
              </a:spcAft>
            </a:pPr>
            <a:r>
              <a:rPr b="0" sz="2000"/>
              <a:t>Partner-loan interest is a business expense: Dr IS / Cr Current (or bank)</a:t>
            </a:r>
          </a:p>
          <a:p>
            <a:pPr>
              <a:spcAft>
                <a:spcPts val="1000"/>
              </a:spcAft>
            </a:pPr>
            <a:r>
              <a:rPr b="0" sz="2000"/>
              <a:t>Default rate: 6% per annum when the agreement is silent</a:t>
            </a:r>
          </a:p>
          <a:p>
            <a:pPr>
              <a:spcAft>
                <a:spcPts val="1000"/>
              </a:spcAft>
            </a:pPr>
            <a:r>
              <a:rPr b="0" sz="2000"/>
              <a:t>Example: Clinton's Sh.30,000 loan at 5% → Sh.1,500 charged before appropriation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Residual profit (or loss)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After all appropriations, share the residue in the P&amp;L ratio</a:t>
            </a:r>
          </a:p>
          <a:p>
            <a:pPr>
              <a:spcAft>
                <a:spcPts val="1000"/>
              </a:spcAft>
            </a:pPr>
            <a:r>
              <a:rPr b="0" sz="2000"/>
              <a:t>Profit: Dr Appropriation / Cr Partners' current accounts</a:t>
            </a:r>
          </a:p>
          <a:p>
            <a:pPr>
              <a:spcAft>
                <a:spcPts val="1000"/>
              </a:spcAft>
            </a:pPr>
            <a:r>
              <a:rPr b="0" sz="2000"/>
              <a:t>Loss (appropriations exceed profit): Dr Current accounts / Cr Appropriation</a:t>
            </a:r>
          </a:p>
          <a:p>
            <a:pPr>
              <a:spcAft>
                <a:spcPts val="1000"/>
              </a:spcAft>
            </a:pPr>
            <a:r>
              <a:rPr b="0" sz="2000"/>
              <a:t>Either way, the appropriation account ends with a NIL balance</a:t>
            </a:r>
          </a:p>
          <a:p>
            <a:pPr>
              <a:spcAft>
                <a:spcPts val="1000"/>
              </a:spcAft>
            </a:pPr>
            <a:r>
              <a:rPr b="0" sz="2000"/>
              <a:t>Order: loan interest (expense) → drawings int. (add) → capital int. → salaries → residue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When appropriations exceed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 and B share equally; profit Sh.40,000 but appropriations Sh.47,000</a:t>
            </a:r>
          </a:p>
          <a:p>
            <a:pPr>
              <a:spcAft>
                <a:spcPts val="1000"/>
              </a:spcAft>
            </a:pPr>
            <a:r>
              <a:rPr b="0" sz="2000"/>
              <a:t>Interest on capital: A 20,000 + B 15,000; salary to A 12,000</a:t>
            </a:r>
          </a:p>
          <a:p>
            <a:pPr>
              <a:spcAft>
                <a:spcPts val="1000"/>
              </a:spcAft>
            </a:pPr>
            <a:r>
              <a:rPr b="0" sz="2000"/>
              <a:t>Residual LOSS of Sh.7,000 shared equally: Dr current accounts 3,500 each</a:t>
            </a:r>
          </a:p>
          <a:p>
            <a:pPr>
              <a:spcAft>
                <a:spcPts val="1000"/>
              </a:spcAft>
            </a:pPr>
            <a:r>
              <a:rPr b="0" sz="2000"/>
              <a:t>Account still balances: 40,000 profit + 7,000 loss credit = 47,000 ✓</a:t>
            </a:r>
          </a:p>
          <a:p>
            <a:pPr>
              <a:spcAft>
                <a:spcPts val="1000"/>
              </a:spcAft>
            </a:pPr>
            <a:r>
              <a:rPr b="0" sz="2000"/>
              <a:t>Guaranteed appropriations stand — the shortfall reduces current accounts</a:t>
            </a:r>
          </a:p>
          <a:p>
            <a:pPr>
              <a:spcAft>
                <a:spcPts val="1000"/>
              </a:spcAft>
            </a:pPr>
            <a:r>
              <a:rPr b="0" sz="2000"/>
              <a:t>Lesson: a firm can be profitable yet share a residual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Double-entry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Profit for the year: Dr Income statement / Cr Appropriation account</a:t>
            </a:r>
          </a:p>
          <a:p>
            <a:pPr>
              <a:spcAft>
                <a:spcPts val="1000"/>
              </a:spcAft>
            </a:pPr>
            <a:r>
              <a:rPr b="0" sz="2000"/>
              <a:t>Salaries: Dr Appropriation / Cr Partners' current accounts</a:t>
            </a:r>
          </a:p>
          <a:p>
            <a:pPr>
              <a:spcAft>
                <a:spcPts val="1000"/>
              </a:spcAft>
            </a:pPr>
            <a:r>
              <a:rPr b="0" sz="2000"/>
              <a:t>Interest on capital: Dr Appropriation / Cr Partners' current accounts</a:t>
            </a:r>
          </a:p>
          <a:p>
            <a:pPr>
              <a:spcAft>
                <a:spcPts val="1000"/>
              </a:spcAft>
            </a:pPr>
            <a:r>
              <a:rPr b="0" sz="2000"/>
              <a:t>Interest on drawings: Dr Partners' current accounts / Cr Appropriation</a:t>
            </a:r>
          </a:p>
          <a:p>
            <a:pPr>
              <a:spcAft>
                <a:spcPts val="1000"/>
              </a:spcAft>
            </a:pPr>
            <a:r>
              <a:rPr b="0" sz="2000"/>
              <a:t>Residual profit: Dr Appropriation / Cr Current accounts (loss = reverse)</a:t>
            </a:r>
          </a:p>
          <a:p>
            <a:pPr>
              <a:spcAft>
                <a:spcPts val="1000"/>
              </a:spcAft>
            </a:pPr>
            <a:r>
              <a:rPr b="0" sz="2000"/>
              <a:t>Loan interest: Dr Income statement / Cr Current account (expense, not appropriation)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Presidential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Profit Sh.250,000 less Clinton's loan interest Sh.1,500 (expense)</a:t>
            </a:r>
          </a:p>
          <a:p>
            <a:pPr>
              <a:spcAft>
                <a:spcPts val="1000"/>
              </a:spcAft>
            </a:pPr>
            <a:r>
              <a:rPr b="0" sz="2000"/>
              <a:t>Add interest on drawings: 1,000 + 1,500 + 1,000 = Sh.3,500</a:t>
            </a:r>
          </a:p>
          <a:p>
            <a:pPr>
              <a:spcAft>
                <a:spcPts val="1000"/>
              </a:spcAft>
            </a:pPr>
            <a:r>
              <a:rPr b="0" sz="2000"/>
              <a:t>Less interest on capital Sh.6,250 (Bush's van pro-rated for half the year)</a:t>
            </a:r>
          </a:p>
          <a:p>
            <a:pPr>
              <a:spcAft>
                <a:spcPts val="1000"/>
              </a:spcAft>
            </a:pPr>
            <a:r>
              <a:rPr b="0" sz="2000"/>
              <a:t>Less interest on current accounts Sh.750 — Bush excluded (overdrawn)</a:t>
            </a:r>
          </a:p>
          <a:p>
            <a:pPr>
              <a:spcAft>
                <a:spcPts val="1000"/>
              </a:spcAft>
            </a:pPr>
            <a:r>
              <a:rPr b="0" sz="2000"/>
              <a:t>Less salaries: 50,000 + 60,000 + 45,000 = Sh.155,000</a:t>
            </a:r>
          </a:p>
          <a:p>
            <a:pPr>
              <a:spcAft>
                <a:spcPts val="1000"/>
              </a:spcAft>
            </a:pPr>
            <a:r>
              <a:rPr b="0" sz="2000"/>
              <a:t>Residue Sh.90,000 shared 2:3:1 on opening capitals (40,000:60,000:20,000)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Putting partner salaries in the income statement — they are appropriations</a:t>
            </a:r>
          </a:p>
          <a:p>
            <a:pPr>
              <a:spcAft>
                <a:spcPts val="1000"/>
              </a:spcAft>
            </a:pPr>
            <a:r>
              <a:rPr b="0" sz="2000"/>
              <a:t>Putting loan interest in the appropriation account — it is an expense</a:t>
            </a:r>
          </a:p>
          <a:p>
            <a:pPr>
              <a:spcAft>
                <a:spcPts val="1000"/>
              </a:spcAft>
            </a:pPr>
            <a:r>
              <a:rPr b="0" sz="2000"/>
              <a:t>Paying interest on capital out of a loss — never allowed</a:t>
            </a:r>
          </a:p>
          <a:p>
            <a:pPr>
              <a:spcAft>
                <a:spcPts val="1000"/>
              </a:spcAft>
            </a:pPr>
            <a:r>
              <a:rPr b="0" sz="2000"/>
              <a:t>Including current-account balances in interest-on-capital computations</a:t>
            </a:r>
          </a:p>
          <a:p>
            <a:pPr>
              <a:spcAft>
                <a:spcPts val="1000"/>
              </a:spcAft>
            </a:pPr>
            <a:r>
              <a:rPr b="0" sz="2000"/>
              <a:t>Forgetting that interest on drawings is ADDED in the appropriation</a:t>
            </a:r>
          </a:p>
          <a:p>
            <a:pPr>
              <a:spcAft>
                <a:spcPts val="1000"/>
              </a:spcAft>
            </a:pPr>
            <a:r>
              <a:rPr b="0" sz="2000"/>
              <a:t>Sharing the residue before all appropriations are dealt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Format: profit + interest on drawings − interest on capital − salaries = residue</a:t>
            </a:r>
          </a:p>
          <a:p>
            <a:pPr>
              <a:spcAft>
                <a:spcPts val="1000"/>
              </a:spcAft>
            </a:pPr>
            <a:r>
              <a:rPr b="0" sz="2000"/>
              <a:t>Salary and interest on capital/drawings → current accounts; loan interest → IS</a:t>
            </a:r>
          </a:p>
          <a:p>
            <a:pPr>
              <a:spcAft>
                <a:spcPts val="1000"/>
              </a:spcAft>
            </a:pPr>
            <a:r>
              <a:rPr b="0" sz="2000"/>
              <a:t>The residue is shared in the P&amp;L ratio; the account must end at nil</a:t>
            </a:r>
          </a:p>
          <a:p>
            <a:pPr>
              <a:spcAft>
                <a:spcPts val="1000"/>
              </a:spcAft>
            </a:pPr>
            <a:r>
              <a:rPr b="0" sz="2000"/>
              <a:t>Compute every appropriation (interest workings, ratios) BEFORE writing the statement</a:t>
            </a:r>
          </a:p>
          <a:p>
            <a:pPr>
              <a:spcAft>
                <a:spcPts val="1000"/>
              </a:spcAft>
            </a:pPr>
            <a:r>
              <a:rPr b="0" sz="2000"/>
              <a:t>Check: appropriations + residue shares = profit + interest on drawings</a:t>
            </a:r>
          </a:p>
          <a:p>
            <a:pPr>
              <a:spcAft>
                <a:spcPts val="1000"/>
              </a:spcAft>
            </a:pPr>
            <a:r>
              <a:rPr b="0" sz="2000"/>
              <a:t>Mid-year capital changes are pro-rated — the usual discriminating 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