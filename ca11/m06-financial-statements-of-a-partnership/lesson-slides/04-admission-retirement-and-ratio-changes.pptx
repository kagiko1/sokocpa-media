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Admission, Retirement and Ratio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Financial Statements of a Partnership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Explain what happens, in law and in the books, on admission or retirement</a:t>
            </a:r>
          </a:p>
          <a:p>
            <a:pPr>
              <a:spcAft>
                <a:spcPts val="1000"/>
              </a:spcAft>
            </a:pPr>
            <a:r>
              <a:rPr b="0" sz="2000"/>
              <a:t>Define goodwill and compute it from a business valuation</a:t>
            </a:r>
          </a:p>
          <a:p>
            <a:pPr>
              <a:spcAft>
                <a:spcPts val="1000"/>
              </a:spcAft>
            </a:pPr>
            <a:r>
              <a:rPr b="0" sz="2000"/>
              <a:t>Raise goodwill in the old ratio and write it off in the new ratio</a:t>
            </a:r>
          </a:p>
          <a:p>
            <a:pPr>
              <a:spcAft>
                <a:spcPts val="1000"/>
              </a:spcAft>
            </a:pPr>
            <a:r>
              <a:rPr b="0" sz="2000"/>
              <a:t>Distinguish the premium, revaluation and memorandum revaluation methods</a:t>
            </a:r>
          </a:p>
          <a:p>
            <a:pPr>
              <a:spcAft>
                <a:spcPts val="1000"/>
              </a:spcAft>
            </a:pPr>
            <a:r>
              <a:rPr b="0" sz="2000"/>
              <a:t>Apply the sacrifice-ratio principle when old partners' relative shares change</a:t>
            </a:r>
          </a:p>
          <a:p>
            <a:pPr>
              <a:spcAft>
                <a:spcPts val="1000"/>
              </a:spcAft>
            </a:pPr>
            <a:r>
              <a:rPr b="0" sz="2000"/>
              <a:t>Revalue assets on a change of partnership and settle a retiring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Admission: the old partnership 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Admission ends the old partnership; a new partnership begins</a:t>
            </a:r>
          </a:p>
          <a:p>
            <a:pPr>
              <a:spcAft>
                <a:spcPts val="1000"/>
              </a:spcAft>
            </a:pPr>
            <a:r>
              <a:rPr b="0" sz="2000"/>
              <a:t>The new partner brings in the capital due under the agreement</a:t>
            </a:r>
          </a:p>
          <a:p>
            <a:pPr>
              <a:spcAft>
                <a:spcPts val="1000"/>
              </a:spcAft>
            </a:pPr>
            <a:r>
              <a:rPr b="0" sz="2000"/>
              <a:t>The new partner pays for a share of goodwill — old partners surrender profit</a:t>
            </a:r>
          </a:p>
          <a:p>
            <a:pPr>
              <a:spcAft>
                <a:spcPts val="1000"/>
              </a:spcAft>
            </a:pPr>
            <a:r>
              <a:rPr b="0" sz="2000"/>
              <a:t>Two accounting problems: goodwill treatment and asset/liability revaluation</a:t>
            </a:r>
          </a:p>
          <a:p>
            <a:pPr>
              <a:spcAft>
                <a:spcPts val="1000"/>
              </a:spcAft>
            </a:pPr>
            <a:r>
              <a:rPr b="0" sz="2000"/>
              <a:t>Revaluation stops the newcomer gaining or suffering from pre-admission gains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Goodwill: definition and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Goodwill = fair value of net assets − book value of net assets</a:t>
            </a:r>
          </a:p>
          <a:p>
            <a:pPr>
              <a:spcAft>
                <a:spcPts val="1000"/>
              </a:spcAft>
            </a:pPr>
            <a:r>
              <a:rPr b="0" sz="2000"/>
              <a:t>Arises from reputation, location, customer base, expertise, market position</a:t>
            </a:r>
          </a:p>
          <a:p>
            <a:pPr>
              <a:spcAft>
                <a:spcPts val="1000"/>
              </a:spcAft>
            </a:pPr>
            <a:r>
              <a:rPr b="0" sz="2000"/>
              <a:t>Book value of net assets = capital accounts + current accounts (total equity)</a:t>
            </a:r>
          </a:p>
          <a:p>
            <a:pPr>
              <a:spcAft>
                <a:spcPts val="1000"/>
              </a:spcAft>
            </a:pPr>
            <a:r>
              <a:rPr b="0" sz="2000"/>
              <a:t>Example: valued at Sh.164,300; book value Sh.122,300 → goodwill Sh.42,000</a:t>
            </a:r>
          </a:p>
          <a:p>
            <a:pPr>
              <a:spcAft>
                <a:spcPts val="1000"/>
              </a:spcAft>
            </a:pPr>
            <a:r>
              <a:rPr b="0" sz="2000"/>
              <a:t>Fair value is the market value of the business as a going concern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Raise, then write off (memorandum method)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Step 1 — Raise: Dr Goodwill (full value) / Cr old partners' capitals, OLD ratio</a:t>
            </a:r>
          </a:p>
          <a:p>
            <a:pPr>
              <a:spcAft>
                <a:spcPts val="1000"/>
              </a:spcAft>
            </a:pPr>
            <a:r>
              <a:rPr b="0" sz="2000"/>
              <a:t>Amitu 4/7 × 42,000 = 24,000; Bosire 3/7 × 42,000 = 18,000</a:t>
            </a:r>
          </a:p>
          <a:p>
            <a:pPr>
              <a:spcAft>
                <a:spcPts val="1000"/>
              </a:spcAft>
            </a:pPr>
            <a:r>
              <a:rPr b="0" sz="2000"/>
              <a:t>Step 2 — Write off: Dr all partners' capitals / Cr Goodwill, NEW ratio</a:t>
            </a:r>
          </a:p>
          <a:p>
            <a:pPr>
              <a:spcAft>
                <a:spcPts val="1000"/>
              </a:spcAft>
            </a:pPr>
            <a:r>
              <a:rPr b="0" sz="2000"/>
              <a:t>Amitu 21,000; Bosire 14,000; Cheche 7,000 (new ratio 3:2:1)</a:t>
            </a:r>
          </a:p>
          <a:p>
            <a:pPr>
              <a:spcAft>
                <a:spcPts val="1000"/>
              </a:spcAft>
            </a:pPr>
            <a:r>
              <a:rPr b="0" sz="2000"/>
              <a:t>If goodwill is retained in the books, Step 2 is omitted</a:t>
            </a:r>
          </a:p>
          <a:p>
            <a:pPr>
              <a:spcAft>
                <a:spcPts val="1000"/>
              </a:spcAft>
            </a:pPr>
            <a:r>
              <a:rPr b="0" sz="2000"/>
              <a:t>The write-off leaves the new partner with a debit balance until they contribute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three goodwill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Premium method: the newcomer brings cash for goodwill</a:t>
            </a:r>
          </a:p>
          <a:p>
            <a:pPr>
              <a:spcAft>
                <a:spcPts val="1000"/>
              </a:spcAft>
            </a:pPr>
            <a:r>
              <a:rPr b="0" sz="2000"/>
              <a:t>Premium left in the business → credit old partners' capitals with their shares</a:t>
            </a:r>
          </a:p>
          <a:p>
            <a:pPr>
              <a:spcAft>
                <a:spcPts val="1000"/>
              </a:spcAft>
            </a:pPr>
            <a:r>
              <a:rPr b="0" sz="2000"/>
              <a:t>Premium withdrawn by old partners → credit, then debit them on withdrawal</a:t>
            </a:r>
          </a:p>
          <a:p>
            <a:pPr>
              <a:spcAft>
                <a:spcPts val="1000"/>
              </a:spcAft>
            </a:pPr>
            <a:r>
              <a:rPr b="0" sz="2000"/>
              <a:t>Premium paid privately to old partners → NO entries in the firm's books</a:t>
            </a:r>
          </a:p>
          <a:p>
            <a:pPr>
              <a:spcAft>
                <a:spcPts val="1000"/>
              </a:spcAft>
            </a:pPr>
            <a:r>
              <a:rPr b="0" sz="2000"/>
              <a:t>Revaluation method: no cash; goodwill raised and retained in the books</a:t>
            </a:r>
          </a:p>
          <a:p>
            <a:pPr>
              <a:spcAft>
                <a:spcPts val="1000"/>
              </a:spcAft>
            </a:pPr>
            <a:r>
              <a:rPr b="0" sz="2000"/>
              <a:t>Memorandum revaluation: goodwill raised and immediately written 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sacrifice-ratio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Default: goodwill credited to the old partners in the OLD ratio</a:t>
            </a:r>
          </a:p>
          <a:p>
            <a:pPr>
              <a:spcAft>
                <a:spcPts val="1000"/>
              </a:spcAft>
            </a:pPr>
            <a:r>
              <a:rPr b="0" sz="2000"/>
              <a:t>But if old partners' relative shares change, credit by the SACRIFICE ratio</a:t>
            </a:r>
          </a:p>
          <a:p>
            <a:pPr>
              <a:spcAft>
                <a:spcPts val="1000"/>
              </a:spcAft>
            </a:pPr>
            <a:r>
              <a:rPr b="0" sz="2000"/>
              <a:t>Sacrifice ratio = old share − new share for each old partner</a:t>
            </a:r>
          </a:p>
          <a:p>
            <a:pPr>
              <a:spcAft>
                <a:spcPts val="1000"/>
              </a:spcAft>
            </a:pPr>
            <a:r>
              <a:rPr b="0" sz="2000"/>
              <a:t>Example: A and B 3:2; new ratio 2:2:1 → B sacrifices nothing</a:t>
            </a:r>
          </a:p>
          <a:p>
            <a:pPr>
              <a:spcAft>
                <a:spcPts val="1000"/>
              </a:spcAft>
            </a:pPr>
            <a:r>
              <a:rPr b="0" sz="2000"/>
              <a:t>Goodwill credited to A only — B's relative share did not change</a:t>
            </a:r>
          </a:p>
          <a:p>
            <a:pPr>
              <a:spcAft>
                <a:spcPts val="1000"/>
              </a:spcAft>
            </a:pPr>
            <a:r>
              <a:rPr b="0" sz="2000"/>
              <a:t>Full-value goodwill raised = asset revaluation → credited in the old ratio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Revaluation of assets and liabilities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On admission/retirement, revalue assets and liabilities to fair value</a:t>
            </a:r>
          </a:p>
          <a:p>
            <a:pPr>
              <a:spcAft>
                <a:spcPts val="1000"/>
              </a:spcAft>
            </a:pPr>
            <a:r>
              <a:rPr b="0" sz="2000"/>
              <a:t>Gains/losses accrued under the OLD partnership → old partners, OLD ratio</a:t>
            </a:r>
          </a:p>
          <a:p>
            <a:pPr>
              <a:spcAft>
                <a:spcPts val="1000"/>
              </a:spcAft>
            </a:pPr>
            <a:r>
              <a:rPr b="0" sz="2000"/>
              <a:t>Dr Asset / Cr Revaluation (increase); Dr Revaluation / Cr Asset (decrease)</a:t>
            </a:r>
          </a:p>
          <a:p>
            <a:pPr>
              <a:spcAft>
                <a:spcPts val="1000"/>
              </a:spcAft>
            </a:pPr>
            <a:r>
              <a:rPr b="0" sz="2000"/>
              <a:t>Profit: Dr Revaluation / Cr old partners' capital accounts (old ratio)</a:t>
            </a:r>
          </a:p>
          <a:p>
            <a:pPr>
              <a:spcAft>
                <a:spcPts val="1000"/>
              </a:spcAft>
            </a:pPr>
            <a:r>
              <a:rPr b="0" sz="2000"/>
              <a:t>Loss: Dr old partners' capital accounts / Cr Revaluation (old ratio)</a:t>
            </a:r>
          </a:p>
          <a:p>
            <a:pPr>
              <a:spcAft>
                <a:spcPts val="1000"/>
              </a:spcAft>
            </a:pPr>
            <a:r>
              <a:rPr b="0" sz="2000"/>
              <a:t>Under fixed capital, revaluation goes to capital accounts — not current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Worked example: C retires (3:2:1)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Revaluation profit Sh.120,000 (3:2:1): A 60,000; B 40,000; C 20,000</a:t>
            </a:r>
          </a:p>
          <a:p>
            <a:pPr>
              <a:spcAft>
                <a:spcPts val="1000"/>
              </a:spcAft>
            </a:pPr>
            <a:r>
              <a:rPr b="0" sz="2000"/>
              <a:t>Goodwill Sh.180,000 raised in the old ratio: A 90,000; B 60,000; C 30,000</a:t>
            </a:r>
          </a:p>
          <a:p>
            <a:pPr>
              <a:spcAft>
                <a:spcPts val="1000"/>
              </a:spcAft>
            </a:pPr>
            <a:r>
              <a:rPr b="0" sz="2000"/>
              <a:t>Goodwill written off in the new ratio 3:2 (A and B only): 108,000 / 72,000</a:t>
            </a:r>
          </a:p>
          <a:p>
            <a:pPr>
              <a:spcAft>
                <a:spcPts val="1000"/>
              </a:spcAft>
            </a:pPr>
            <a:r>
              <a:rPr b="0" sz="2000"/>
              <a:t>Capital balances: A 342,000; B 228,000; C 150,000 ✓ (totals check)</a:t>
            </a:r>
          </a:p>
          <a:p>
            <a:pPr>
              <a:spcAft>
                <a:spcPts val="1000"/>
              </a:spcAft>
            </a:pPr>
            <a:r>
              <a:rPr b="0" sz="2000"/>
              <a:t>Settle C: goods Sh.30,000 + cash Sh.70,000 + loan Sh.50,000</a:t>
            </a:r>
          </a:p>
          <a:p>
            <a:pPr>
              <a:spcAft>
                <a:spcPts val="1000"/>
              </a:spcAft>
            </a:pPr>
            <a:r>
              <a:rPr b="0" sz="2000"/>
              <a:t>C's account closes to nil; the loan sits in non-current liabilities; A and B share 3:2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Common exam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Raising goodwill in the new ratio — ALWAYS the old ratio</a:t>
            </a:r>
          </a:p>
          <a:p>
            <a:pPr>
              <a:spcAft>
                <a:spcPts val="1000"/>
              </a:spcAft>
            </a:pPr>
            <a:r>
              <a:rPr b="0" sz="2000"/>
              <a:t>Writing off goodwill against the retiring partner — only continuing partners</a:t>
            </a:r>
          </a:p>
          <a:p>
            <a:pPr>
              <a:spcAft>
                <a:spcPts val="1000"/>
              </a:spcAft>
            </a:pPr>
            <a:r>
              <a:rPr b="0" sz="2000"/>
              <a:t>Sharing revaluation in the new ratio — old partnership, old ratio</a:t>
            </a:r>
          </a:p>
          <a:p>
            <a:pPr>
              <a:spcAft>
                <a:spcPts val="1000"/>
              </a:spcAft>
            </a:pPr>
            <a:r>
              <a:rPr b="0" sz="2000"/>
              <a:t>Forgetting the new partner's write-off debit (Cheche Sh.7,000 Dr)</a:t>
            </a:r>
          </a:p>
          <a:p>
            <a:pPr>
              <a:spcAft>
                <a:spcPts val="1000"/>
              </a:spcAft>
            </a:pPr>
            <a:r>
              <a:rPr b="0" sz="2000"/>
              <a:t>The retiring partner's loan treated as capital — it is a non-current liability</a:t>
            </a:r>
          </a:p>
          <a:p>
            <a:pPr>
              <a:spcAft>
                <a:spcPts val="1000"/>
              </a:spcAft>
            </a:pPr>
            <a:r>
              <a:rPr b="0" sz="2000"/>
              <a:t>Ignoring the sacrifice ratio when old partners' relative shares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Admission: capital in, goodwill paid for, assets revalued</a:t>
            </a:r>
          </a:p>
          <a:p>
            <a:pPr>
              <a:spcAft>
                <a:spcPts val="1000"/>
              </a:spcAft>
            </a:pPr>
            <a:r>
              <a:rPr b="0" sz="2000"/>
              <a:t>Raise goodwill in the OLD ratio (or sacrifice ratio); write off in the NEW ratio</a:t>
            </a:r>
          </a:p>
          <a:p>
            <a:pPr>
              <a:spcAft>
                <a:spcPts val="1000"/>
              </a:spcAft>
            </a:pPr>
            <a:r>
              <a:rPr b="0" sz="2000"/>
              <a:t>Revaluation profits/losses → old partners in the old ratio, via capital accounts</a:t>
            </a:r>
          </a:p>
          <a:p>
            <a:pPr>
              <a:spcAft>
                <a:spcPts val="1000"/>
              </a:spcAft>
            </a:pPr>
            <a:r>
              <a:rPr b="0" sz="2000"/>
              <a:t>Retirement sequence: revalue → raise/write off goodwill → settle → new ratio</a:t>
            </a:r>
          </a:p>
          <a:p>
            <a:pPr>
              <a:spcAft>
                <a:spcPts val="1000"/>
              </a:spcAft>
            </a:pPr>
            <a:r>
              <a:rPr b="0" sz="2000"/>
              <a:t>Draw T-accounts for every partner; label each entry 'old ratio'/'new ratio'</a:t>
            </a:r>
          </a:p>
          <a:p>
            <a:pPr>
              <a:spcAft>
                <a:spcPts val="1000"/>
              </a:spcAft>
            </a:pPr>
            <a:r>
              <a:rPr b="0" sz="2000"/>
              <a:t>Final check: closing capital = opening + revaluation + net goodwill − payouts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